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2026-04-05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Morning Worship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Song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Synthetic Leader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Preacher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Synthetic Preacher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Sermon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Synthetic Sermon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1 - Amazing Grace</a:t>
            </a:r>
          </a:p>
          <a:p>
            <a:r>
              <a:t>A real lyric line</a:t>
            </a:r>
          </a:p>
          <a:p>
            <a:r>
              <a:t>Words and Music by: Public Domain</a:t>
            </a:r>
          </a:p>
          <a:p>
            <a:r>
              <a:t>PaperlessHymnal.com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2 - Amazing Grace</a:t>
            </a:r>
          </a:p>
          <a:p>
            <a:r>
              <a:t>Another real lyric line</a:t>
            </a:r>
          </a:p>
          <a:p>
            <a:r>
              <a:t>PaperlessHymnal.com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1-1 What the Lord Has Done</a:t>
            </a:r>
          </a:p>
          <a:p>
            <a:r>
              <a:t>What the Lord Has Done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1-2 What the Lord Has Done</a:t>
            </a:r>
          </a:p>
          <a:p>
            <a:r>
              <a:t>What the Lord Has Done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C-1 What the Lord Has Done</a:t>
            </a:r>
          </a:p>
          <a:p>
            <a:r>
              <a:t>What the Lord Has Done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1 - Doxology</a:t>
            </a:r>
          </a:p>
          <a:p>
            <a:r>
              <a:t>A distinct real lyric line</a:t>
            </a:r>
          </a:p>
          <a:p>
            <a:r>
              <a:t>Words and Music by: Public Domain</a:t>
            </a:r>
          </a:p>
          <a:p>
            <a:r>
              <a:t>PaperlessHymnal.com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