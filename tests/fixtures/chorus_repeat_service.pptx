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2026-04-05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Morning Worship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Song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Wesley McGehee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David Morris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Sermon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Empty Tomb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</a:t>
            </a:r>
          </a:p>
          <a:p>
            <a:r>
              <a:t>Low in the grave He lay</a:t>
            </a:r>
          </a:p>
          <a:p>
            <a:r>
              <a:t>Jesus, my Savior!</a:t>
            </a:r>
          </a:p>
          <a:p>
            <a:r>
              <a:t>Waiting the coming day</a:t>
            </a:r>
          </a:p>
          <a:p>
            <a:r>
              <a:t>Jesus my Lord!</a:t>
            </a:r>
          </a:p>
          <a:p>
            <a:r>
              <a:t>1 - Low in the Grave He Lay</a:t>
            </a:r>
          </a:p>
          <a:p>
            <a:r>
              <a:t>Words and Music by: Robert Lowry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 from the grave He arose</a:t>
            </a:r>
          </a:p>
          <a:p>
            <a:r>
              <a:t>With a mighty triumph o'er His foes;</a:t>
            </a:r>
          </a:p>
          <a:p>
            <a:r>
              <a:t>He arose a Victor from the dark domain,</a:t>
            </a:r>
          </a:p>
          <a:p>
            <a:r>
              <a:t>And He lives forever with His saints to reign;</a:t>
            </a:r>
          </a:p>
          <a:p>
            <a:r>
              <a:t>He arose!  He arose!</a:t>
            </a:r>
          </a:p>
          <a:p>
            <a:r>
              <a:t>Hallelujah!  Christ arose!</a:t>
            </a:r>
          </a:p>
          <a:p>
            <a:r>
              <a:t>c - Low in the Grave He Lay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2.</a:t>
            </a:r>
          </a:p>
          <a:p>
            <a:r>
              <a:t>Vainly they watch His bed</a:t>
            </a:r>
          </a:p>
          <a:p>
            <a:r>
              <a:t>Jesus, my Savior!</a:t>
            </a:r>
          </a:p>
          <a:p>
            <a:r>
              <a:t>Vainly they seal the dead</a:t>
            </a:r>
          </a:p>
          <a:p>
            <a:r>
              <a:t>Jesus my Lord!</a:t>
            </a:r>
          </a:p>
          <a:p>
            <a:r>
              <a:t>2 - Low in the Grave He Lay</a:t>
            </a:r>
          </a:p>
          <a:p>
            <a:r>
              <a:t>Words and Music by: Robert Lowry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</a:t>
            </a:r>
          </a:p>
          <a:p>
            <a:r>
              <a:t>I know that my Redeemer lives,</a:t>
            </a:r>
          </a:p>
          <a:p>
            <a:r>
              <a:t>And ever prays for me;</a:t>
            </a:r>
          </a:p>
          <a:p>
            <a:r>
              <a:t>I know eternal life He gives,</a:t>
            </a:r>
          </a:p>
          <a:p>
            <a:r>
              <a:t>From sin and sorrow free.</a:t>
            </a:r>
          </a:p>
          <a:p>
            <a:r>
              <a:t>1 - I Know That My Redeemer Lives</a:t>
            </a:r>
          </a:p>
          <a:p>
            <a:r>
              <a:t>Words and Music by: Fred A. Fillmore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 know, I know that my Redeemer lives,</a:t>
            </a:r>
          </a:p>
          <a:p>
            <a:r>
              <a:t>I know, I know eternal life He gives;</a:t>
            </a:r>
          </a:p>
          <a:p>
            <a:r>
              <a:t>I know, I know that my Redeemer lives.</a:t>
            </a:r>
          </a:p>
          <a:p>
            <a:r>
              <a:t>c - I Know That My Redeemer Lives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