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2026-06-14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Morning Worship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Song Leader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Matt Shirel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Preacher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David Morris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Sermon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Greatness of God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Majesty</a:t>
            </a:r>
          </a:p>
          <a:p>
            <a:r>
              <a:t>Worship His majesty</a:t>
            </a:r>
          </a:p>
          <a:p>
            <a:r>
              <a:t>Words by: Jack Hayford</a:t>
            </a:r>
          </a:p>
          <a:p>
            <a:r>
              <a:t>Arr.: Ken Young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Majesty</a:t>
            </a:r>
          </a:p>
          <a:p>
            <a:r>
              <a:t>Kingdom authority</a:t>
            </a:r>
          </a:p>
          <a:p>
            <a:r>
              <a:t>Flow from His throne unto His 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 – Mighty To Save</a:t>
            </a:r>
          </a:p>
          <a:p>
            <a:r>
              <a:t>Everyone needs compassion</a:t>
            </a:r>
          </a:p>
          <a:p>
            <a:r>
              <a:t>Love that's never failing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 – Mighty To Save</a:t>
            </a:r>
          </a:p>
          <a:p>
            <a:r>
              <a:t>Savior, He can move the mountains</a:t>
            </a:r>
          </a:p>
          <a:p>
            <a:r>
              <a:t>My God is mighty to save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 – Mighty To Save</a:t>
            </a:r>
          </a:p>
          <a:p>
            <a:r>
              <a:t>So take me as You find me</a:t>
            </a:r>
          </a:p>
          <a:p>
            <a:r>
              <a:t>All my fears and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How Great Thou Art</a:t>
            </a:r>
          </a:p>
          <a:p>
            <a:r>
              <a:t>O Lord my God, when I in awesome wonder</a:t>
            </a:r>
          </a:p>
          <a:p>
            <a:r>
              <a:t>Words and Music by: Stuart K. Hine</a:t>
            </a:r>
          </a:p>
          <a:p>
            <a:r>
              <a:t>PaperlessHymnal.com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How Great Thou Art</a:t>
            </a:r>
          </a:p>
          <a:p>
            <a:r>
              <a:t>Then sings my soul, my Savior God to Thee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